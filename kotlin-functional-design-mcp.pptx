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Kotlin Powers Functional Design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Edition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David Denton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http4k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were drowning in magic"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Reflection-based frameworks hiding behavior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Untestable architectures requiring containers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failures that should be compile errors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Annotations everywhere, understanding nowhere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lessons came from real pain.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1: Functions Over Frameworks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a server was just a function?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28016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typealias HttpHandler = (Request) -&gt; Response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magic, no annotations, no reflection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and client: same types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Testable by just calling the function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lesson: Simplicity wins.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2: Composition Over Complexity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pieces that fit together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029200" cy="21945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8872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app = routes(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"/api" bind apiHandler,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"/health" bind healthCheck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Even protocols compose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poly = PolyHandler(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http = app,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sse = sseHandler,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ws = websocketHandler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0" y="118872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compose: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 then auth then handler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compose: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 and combine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Protocols compose: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+ SSE + WebSocket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PolyHandler pattern becomes crucial for MCP.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3: Testability Through Simplicity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containers, no mocks, no pain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463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280160"/>
            <a:ext cx="7955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 `health check returns ok`()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response = healthHandler(Request(GET, "/health"))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assertThat(response.status, equalTo(OK))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it's a function, you can test it.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4: Type-Safe Data Handling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Lenses - extract and inject without errors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280160"/>
            <a:ext cx="7955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name = Header.required("X-Name")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id = Query.int().required("id")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handler: HttpHandler = { req -&gt;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Response(OK).body("Hello ${name(req)}, id=${id(req)}")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the type system help you.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Techniques Worked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result: a toolkit developers love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180+ modules, all composable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reflection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everything easily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in production worldwide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749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question: were these lessons transferable?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MCP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Context Protocol - The "USB-C for AI"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Anthropic's open standard for AI tool integration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Tools, Resources, Prompts, Sampling, Elicitation, Tasks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transports: SSE, WebSocket, HTTP Streaming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standard way for AI to interact with the world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MCP SDK Landscape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familiar?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frameworks tied to specific transports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requires running actual servers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errors from type mismatches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spec changed (SSE → HTTP), architectures broke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we do it again?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principles, different protocol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the patterns transfer?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was http4k a one-time trick?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Principle: Layered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separated from Transport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71600" y="1188720"/>
            <a:ext cx="6400800" cy="256032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1371600"/>
            <a:ext cx="603504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141732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MCP Application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554480" y="2148840"/>
            <a:ext cx="6035040" cy="640080"/>
          </a:xfrm>
          <a:prstGeom prst="rect">
            <a:avLst/>
          </a:prstGeom>
          <a:solidFill>
            <a:srgbClr val="2A3A6A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2194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Protocol Logic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26480" y="2194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Doesn't know about transport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554480" y="2926080"/>
            <a:ext cx="1920240" cy="6400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1554480" y="2971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11880" y="2926080"/>
            <a:ext cx="1920240" cy="640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2971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0" y="2926080"/>
            <a:ext cx="1920240" cy="6400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0" y="2971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Swappable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pattern: routing logic doesn't know if it's running on Jetty, Netty, or Lambda.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Layering Matters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MCP spec changed (SSE → HTTP Streaming)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1645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SDKs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 rewrites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931920" cy="1645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http4k-mcp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20116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 the transport layer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logic untouched. This is the payoff.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- Functions as Types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http4k pattern: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754880" y="777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Transferred to MCP: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2011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8016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typealias HttpHandler =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(Request) -&gt; Response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Same pattern: function as type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2011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892040" y="128016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typealias ToolHandler =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(ToolRequest) -&gt; ToolResponse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calculator = Tool(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= "calculate",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handler = { req -&gt;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ToolResponse(evaluate(req.arguments))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 feature: Type aliases make function types readable and domain-specific.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Top-Level Functions - No Classes Needed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 approach: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754880" y="777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approach: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228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8016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Traditional OOP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MyRouter : Router()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override fun routes() = listOf(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Route("/api", apiHandler),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Route("/health", healthHandler)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app = MyRouter()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228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892040" y="128016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Kotlin: just call a function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app = routes(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"/api" bind apiHandler,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"/health" bind healthCheck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server = McpServer(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 = listOf(calculator),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resources = listOf(docs)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 feature: Top-level functions enable composition without class hierarchies.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Lenses - Type-Safe Extraction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http4k pattern: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754880" y="777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Transferred to MCP: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8016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id = Query.int().required("id")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name = Header.required("X-Name")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combined = id + name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Lens composition with +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Type-safe extraction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892040" y="128016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a = Tool.int().required("a")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b = Tool.int().required("b")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calculator = Tool(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args = a + b,  // Same! + Schema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handler = { req -&gt;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ToolResponse((a(req)+b(req)).toString())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 feature: Operator overloading (+) enables the DSL.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Classes → Schemas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http4k pattern: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754880" y="777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Transferred to MCP: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1371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801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class Person(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name: String,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age: Int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JSON serialization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892040" y="128016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class ToolInput(val a: Int, val b: Int)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input = Tool.Input.auto(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ToolInput(0, 0)  // Instance = examples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).toLens()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JSON Schema for AI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 feature: Data classes + reflection-free serialization.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Capability - Same Pattern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Resources, Prompts, Elicitation - all function types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8872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typealias ResourceHandler = (ResourceRequest) -&gt; ResourceResponse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typealias PromptHandler = (PromptRequest) -&gt; PromptResponse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Elicitation uses Lenses too: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822960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560320"/>
            <a:ext cx="7955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name = Elicitation.string().required("name")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email = Elicitation.string().required("email")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form = Elicitation(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schema = name + email,  // UI form generated from this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handler = { req -&gt; createUser(name(req), email(req)) 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the pattern once, apply everywhere.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 Functions - Adding Behavior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http4k pattern: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754880" y="777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Transferred to MCP: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1463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801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 HttpHandler.with(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filter: Filter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 HttpHandler = filter(this)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 HttpHandler.traced(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otel: OpenTelemetry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 HttpHandler = ...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1463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892040" y="12801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 McpServer.with(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filter: Filter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 McpServer = ...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 Tool.traced(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otel: OpenTelemetry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 Tool = ...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 feature: Extension functions let you decorate without inheritance.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Sealed Classes - Exhaustive Handling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http4k pattern: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754880" y="777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Transferred to MCP: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8016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sealed interface HttpMessage
// Compiler ensures when{}
// handles all cases
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892040" y="128016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sealed interface ClientMessage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class Initialize(...)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: ClientMessage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class ToolCall(...)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: ClientMessage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class ResourceRead(...)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: ClientMessage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 feature: Compiler ensures all cases handled.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Composition - Servers and Apps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http4k pattern: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754880" y="777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Transferred to MCP: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801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app = routes(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"/api" bind apiHandler,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"/health" bind healthCheck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2377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892040" y="128016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server = McpServer(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 = listOf(calculator, translator),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resources = listOf(configResource)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app = McpApp(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servers = listOf(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"math" to mathServer,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"docs" to docsServer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composition principle. Build up from small pieces.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- Still Just Functions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infrastructure required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280160"/>
            <a:ext cx="7955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 `calculator adds numbers`()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response = calculator.handler(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ToolRequest(mapOf("a" to 1, "b" to 2))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assertThat(response.content, equalTo("3"))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are testable. That's the whole point.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Testing Across Transports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test suite, all implementations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2377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280160"/>
            <a:ext cx="7955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 class McpServerContract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abstract val server: McpServer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@Test fun `lists tools`() { ... 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SseTest : McpServerContract()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override val server = sseServer()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HttpTest : McpServerContract()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override val server = httpServer()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layered architecture enables this.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Bill of Materials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DIDN'T have to build</a:t>
            </a:r>
            <a:endParaRPr lang="en-US" sz="1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651760"/>
        </p:xfrm>
        <a:graphic>
          <a:graphicData uri="http://schemas.openxmlformats.org/drawingml/2006/table">
            <a:tbl>
              <a:tblPr/>
              <a:tblGrid>
                <a:gridCol w="5029200"/>
                <a:gridCol w="3200400"/>
              </a:tblGrid>
              <a:tr h="241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Already Existed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Used For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Servers (Jetty, Helidon, Netty...)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Runtime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Serverless (Lambda, Azure, GCP)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 deployment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 Routing, SSE, WebSocket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Transports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Lenses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 args, Elicitation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JSON Schema generation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Structured output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JSON-RPC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MCP message format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OpenTelemetry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In-memory clients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Storage abstraction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Resources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OAuth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Authentication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1605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wrote: Protocol logic + glue code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Errors as Values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Result4k - same pattern, both domains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2801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28016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 process(req: Request): Result&lt;Response, McpError&gt; =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validate(req)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.flatMap { execute(it) 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.mapFailure { translate(it) }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Monadic error handling transfers too.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Time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App inside Claude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0" y="320040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Show the code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Run the tests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Launch in Claude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Interact with it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Make a change, re-test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73152" cy="10972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Functional patterns aren't domain-specific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HttpHandler → ToolHandler: same pattern. Stop rebuilding. Start remixing.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8229600" cy="109728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148840"/>
            <a:ext cx="73152" cy="10972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94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Simplicity makes you agile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606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MCP spec changed, we changed one line. Complexity is a trap.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8229600" cy="109728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383280"/>
            <a:ext cx="73152" cy="10972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429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Kotlin is a force multiplier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Top-level functions, type aliases, extension functions, sealed classes → patterns that transfer.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not about http4k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patterns apply to any protocol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GraphQL, gRPC, WebSockets, MCP, whatever's next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principles transfer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simple, composable parts once.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them work everywhere.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http4k principles → MCP SDK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Kotlin features, different domain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simplicity beats complexity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http4k.org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and guides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http4k/http4k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code and examples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documentation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http4k MCP SDK docs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community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conversation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David Denton  •  @daviddenton  •  http4k.org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Kotlin Powers Functional Design: MCP Edition</dc:title>
  <dc:subject>PptxGenJS Presentation</dc:subject>
  <dc:creator>David Denton</dc:creator>
  <cp:lastModifiedBy>David Denton</cp:lastModifiedBy>
  <cp:revision>1</cp:revision>
  <dcterms:created xsi:type="dcterms:W3CDTF">2026-02-14T20:24:56Z</dcterms:created>
  <dcterms:modified xsi:type="dcterms:W3CDTF">2026-02-14T20:24:56Z</dcterms:modified>
</cp:coreProperties>
</file>